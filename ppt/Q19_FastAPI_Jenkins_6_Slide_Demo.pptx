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Q19  /  FASTAPI + JENKINS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Problem Statement &amp;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94A3B8"/>
                </a:solidFill>
                <a:latin typeface="Aptos"/>
              </a:defRPr>
            </a:pPr>
            <a:r>
              <a:t>Automate testing, Docker builds and deployment after a GitHub push.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1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2578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4800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8FAFC"/>
                </a:solidFill>
                <a:latin typeface="Aptos"/>
              </a:defRPr>
            </a:pPr>
            <a:r>
              <a:rPr dirty="0"/>
              <a:t>Manual testing and deployment are slow, repetitive and error-prone.</a:t>
            </a:r>
            <a:endParaRPr lang="en-IN" dirty="0"/>
          </a:p>
          <a:p>
            <a:pPr>
              <a:spcAft>
                <a:spcPts val="1000"/>
              </a:spcAft>
              <a:defRPr sz="2300" b="0">
                <a:solidFill>
                  <a:srgbClr val="F8FAFC"/>
                </a:solidFill>
                <a:latin typeface="Aptos"/>
              </a:defRPr>
            </a:pPr>
            <a:r>
              <a:rPr lang="en-IN" dirty="0"/>
              <a:t>99230041140 - ASLAM</a:t>
            </a:r>
          </a:p>
          <a:p>
            <a:pPr>
              <a:spcAft>
                <a:spcPts val="1000"/>
              </a:spcAft>
              <a:defRPr sz="2300" b="0">
                <a:solidFill>
                  <a:srgbClr val="F8FAFC"/>
                </a:solidFill>
                <a:latin typeface="Aptos"/>
              </a:defRPr>
            </a:pPr>
            <a:r>
              <a:rPr lang="en-IN" dirty="0"/>
              <a:t>99230041186 – NASIHA</a:t>
            </a:r>
          </a:p>
          <a:p>
            <a:pPr>
              <a:spcAft>
                <a:spcPts val="1000"/>
              </a:spcAft>
              <a:defRPr sz="2300" b="0">
                <a:solidFill>
                  <a:srgbClr val="F8FAFC"/>
                </a:solidFill>
                <a:latin typeface="Aptos"/>
              </a:defRPr>
            </a:pPr>
            <a:r>
              <a:rPr lang="en-IN" dirty="0"/>
              <a:t>99230041123 - NAREN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240280"/>
            <a:ext cx="53492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90088"/>
            <a:ext cx="489204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rPr dirty="0" err="1"/>
              <a:t>FastAPI</a:t>
            </a:r>
            <a:r>
              <a:rPr dirty="0"/>
              <a:t> REST API + web dashboard</a:t>
            </a:r>
          </a:p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rPr dirty="0"/>
              <a:t>GitHub → Jenkins → </a:t>
            </a:r>
            <a:r>
              <a:rPr dirty="0" err="1"/>
              <a:t>Pytest</a:t>
            </a:r>
            <a:r>
              <a:rPr dirty="0"/>
              <a:t> → Docker → Deploy</a:t>
            </a:r>
            <a:endParaRPr lang="en-IN" dirty="0"/>
          </a:p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rPr lang="en-IN" dirty="0"/>
              <a:t>99230041170 – MAHALAKSHMI</a:t>
            </a:r>
          </a:p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rPr lang="en-IN" dirty="0"/>
              <a:t>99230041174 – STEFANIA SIMON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Q19  /  FASTAPI + JENKINS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94A3B8"/>
                </a:solidFill>
                <a:latin typeface="Aptos"/>
              </a:defRPr>
            </a:pPr>
            <a:r>
              <a:t>One code push triggers the CI/CD workflow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2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PIPELINE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3580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t>GitHub  →  Jenkins  →  4 Pytest tests  →  Docker build  →  Deploy  →  Health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81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2D3EE"/>
                </a:solidFill>
                <a:latin typeface="Aptos"/>
              </a:defRPr>
            </a:pPr>
            <a:r>
              <a:t>App: localhost:8000/dashboard     •     Jenkins: localhost:8081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Q19  /  FASTAPI + JENKINS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Step 1 — Start &amp; Show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94A3B8"/>
                </a:solidFill>
                <a:latin typeface="Aptos"/>
              </a:defRPr>
            </a:pPr>
            <a:r>
              <a:t>Open Docker Desktop, then verify both application containers.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3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6629400" cy="182880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6263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AE6FD"/>
                </a:solidFill>
                <a:latin typeface="Consolas"/>
              </a:defRPr>
            </a:pPr>
            <a:r>
              <a:t>cd "C:\Users\moham\OneDrive\Documents\Projects\automatic-fastapi"</a:t>
            </a:r>
          </a:p>
          <a:p>
            <a:pPr>
              <a:spcAft>
                <a:spcPts val="1000"/>
              </a:spcAft>
              <a:defRPr sz="1600" b="0">
                <a:solidFill>
                  <a:srgbClr val="BAE6FD"/>
                </a:solidFill>
                <a:latin typeface="Consolas"/>
              </a:defRPr>
            </a:pPr>
            <a:r>
              <a:t>docker 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148840"/>
            <a:ext cx="402336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2331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89864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8FAFC"/>
                </a:solidFill>
                <a:latin typeface="Aptos"/>
              </a:defRPr>
            </a:pPr>
            <a:r>
              <a:t>automatic-fastapi-app</a:t>
            </a:r>
          </a:p>
          <a:p>
            <a:pPr>
              <a:spcAft>
                <a:spcPts val="1000"/>
              </a:spcAft>
              <a:defRPr sz="1700" b="0">
                <a:solidFill>
                  <a:srgbClr val="F8FAFC"/>
                </a:solidFill>
                <a:latin typeface="Aptos"/>
              </a:defRPr>
            </a:pPr>
            <a:r>
              <a:t>automatic-fastapi-jenkins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t>Open http://localhost:8000/dashboard</a:t>
            </a:r>
          </a:p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t>Add “Laptop” with price 50000 → show item count increasing.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Q19  /  FASTAPI + JENKINS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Step 2 — Show APIs &amp; Jenkins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94A3B8"/>
                </a:solidFill>
                <a:latin typeface="Aptos"/>
              </a:defRPr>
            </a:pPr>
            <a:r>
              <a:t>Demonstrate what is tested and deployed.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4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2578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FASTAPI / SWAGGER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4800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http://localhost:8000/docs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GET /health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GET /items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POST /items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240280"/>
            <a:ext cx="53492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JENKINS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90088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http://localhost:8081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Checkout → Tests → Build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→ Deploy → Health Check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Q19  /  FASTAPI + JENKINS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Step 3 — Prove Automatic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94A3B8"/>
                </a:solidFill>
                <a:latin typeface="Aptos"/>
              </a:defRPr>
            </a:pPr>
            <a:r>
              <a:t>Change the home response in main.py, then commit and push.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5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881360" cy="192024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10515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AE6FD"/>
                </a:solidFill>
                <a:latin typeface="Consolas"/>
              </a:defRPr>
            </a:pPr>
            <a:r>
              <a:t>git add main.py</a:t>
            </a:r>
          </a:p>
          <a:p>
            <a:pPr>
              <a:spcAft>
                <a:spcPts val="1000"/>
              </a:spcAft>
              <a:defRPr sz="2000" b="0">
                <a:solidFill>
                  <a:srgbClr val="BAE6FD"/>
                </a:solidFill>
                <a:latin typeface="Consolas"/>
              </a:defRPr>
            </a:pPr>
            <a:r>
              <a:t>git commit -m "Demo automatic deployment"</a:t>
            </a:r>
          </a:p>
          <a:p>
            <a:pPr>
              <a:spcAft>
                <a:spcPts val="1000"/>
              </a:spcAft>
              <a:defRPr sz="2000" b="0">
                <a:solidFill>
                  <a:srgbClr val="BAE6FD"/>
                </a:solidFill>
                <a:latin typeface="Consolas"/>
              </a:defRPr>
            </a:pPr>
            <a:r>
              <a:t>git push origin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t>Wait for Jenkins SCM polling (configured every ~2 min).</a:t>
            </a:r>
          </a:p>
          <a:p>
            <a:pPr>
              <a:spcAft>
                <a:spcPts val="1000"/>
              </a:spcAft>
              <a:defRPr sz="2100" b="0">
                <a:solidFill>
                  <a:srgbClr val="F8FAFC"/>
                </a:solidFill>
                <a:latin typeface="Aptos"/>
              </a:defRPr>
            </a:pPr>
            <a:r>
              <a:t>Show successful stages, then refresh http://localhost:8000/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Q19  /  FASTAPI + JENKINS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Result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94A3B8"/>
                </a:solidFill>
                <a:latin typeface="Aptos"/>
              </a:defRPr>
            </a:pPr>
            <a:r>
              <a:t>A complete CI/CD demonstration in a few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6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6537960" cy="3337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6080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WHAT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60807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✓ Dashboard can add inventory items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✓ Pytest runs automatically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✓ Docker image is rebuilt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✓ Jenkins redeploys FastAPI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✓ Updated API response appears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2194560"/>
            <a:ext cx="4096512" cy="3337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2377440"/>
            <a:ext cx="3639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D3EE"/>
                </a:solidFill>
                <a:latin typeface="Aptos"/>
              </a:defRPr>
            </a:pPr>
            <a:r>
              <a:t>IMPORTANT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7" y="2944368"/>
            <a:ext cx="363931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8FAFC"/>
                </a:solidFill>
                <a:latin typeface="Aptos"/>
              </a:defRPr>
            </a:pPr>
            <a:r>
              <a:t>Inventory is in memory. It resets when the app container is redeployed.</a:t>
            </a:r>
          </a:p>
          <a:p>
            <a:pPr>
              <a:spcAft>
                <a:spcPts val="1000"/>
              </a:spcAft>
              <a:defRPr sz="1700" b="0">
                <a:solidFill>
                  <a:srgbClr val="F8FAFC"/>
                </a:solidFill>
                <a:latin typeface="Aptos"/>
              </a:defRPr>
            </a:pPr>
            <a:endParaRPr/>
          </a:p>
          <a:p>
            <a:pPr>
              <a:spcAft>
                <a:spcPts val="1000"/>
              </a:spcAft>
              <a:defRPr sz="1700" b="0">
                <a:solidFill>
                  <a:srgbClr val="F8FAFC"/>
                </a:solidFill>
                <a:latin typeface="Aptos"/>
              </a:defRPr>
            </a:pPr>
            <a:r>
              <a:t>GitHub: aslamcsengineer/automatic-fastapi-cicd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405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ASLAM</cp:lastModifiedBy>
  <cp:revision>2</cp:revision>
  <dcterms:created xsi:type="dcterms:W3CDTF">2013-01-27T09:14:16Z</dcterms:created>
  <dcterms:modified xsi:type="dcterms:W3CDTF">2026-10-09T17:07:55Z</dcterms:modified>
  <cp:category/>
</cp:coreProperties>
</file>